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697" r:id="rId1"/>
    <p:sldMasterId id="2147483695" r:id="rId2"/>
    <p:sldMasterId id="2147483684" r:id="rId3"/>
  </p:sldMasterIdLst>
  <p:notesMasterIdLst>
    <p:notesMasterId r:id="rId25"/>
  </p:notesMasterIdLst>
  <p:handoutMasterIdLst>
    <p:handoutMasterId r:id="rId26"/>
  </p:handoutMasterIdLst>
  <p:sldIdLst>
    <p:sldId id="310" r:id="rId4"/>
    <p:sldId id="268" r:id="rId5"/>
    <p:sldId id="269" r:id="rId6"/>
    <p:sldId id="262" r:id="rId7"/>
    <p:sldId id="275" r:id="rId8"/>
    <p:sldId id="277" r:id="rId9"/>
    <p:sldId id="278" r:id="rId10"/>
    <p:sldId id="281" r:id="rId11"/>
    <p:sldId id="293" r:id="rId12"/>
    <p:sldId id="294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29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2A47"/>
    <a:srgbClr val="D9B877"/>
    <a:srgbClr val="346297"/>
    <a:srgbClr val="FFFFFF"/>
    <a:srgbClr val="000000"/>
    <a:srgbClr val="3B2B46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 autoAdjust="0"/>
    <p:restoredTop sz="83560" autoAdjust="0"/>
  </p:normalViewPr>
  <p:slideViewPr>
    <p:cSldViewPr snapToGrid="0">
      <p:cViewPr varScale="1">
        <p:scale>
          <a:sx n="99" d="100"/>
          <a:sy n="99" d="100"/>
        </p:scale>
        <p:origin x="834" y="72"/>
      </p:cViewPr>
      <p:guideLst/>
    </p:cSldViewPr>
  </p:slideViewPr>
  <p:outlineViewPr>
    <p:cViewPr>
      <p:scale>
        <a:sx n="33" d="100"/>
        <a:sy n="33" d="100"/>
      </p:scale>
      <p:origin x="0" y="-154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158"/>
    </p:cViewPr>
  </p:sorterViewPr>
  <p:notesViewPr>
    <p:cSldViewPr snapToGrid="0">
      <p:cViewPr>
        <p:scale>
          <a:sx n="75" d="100"/>
          <a:sy n="75" d="100"/>
        </p:scale>
        <p:origin x="4092" y="8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06/07/2026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960B-BFCC-F13A-87FF-EA8BAA2E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32FAE-40FD-C04E-0885-36BE0F0F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D27A9-0126-C8D2-6E85-D71526D79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0: this slide will not automatically turned over. Show this BEFORE the acutal presentation starts.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F63B8-2740-F607-0C69-26D0604EA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193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310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416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962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845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894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548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558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292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753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193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194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4785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0769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898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597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93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186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816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2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.png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.svg"/><Relationship Id="rId20" Type="http://schemas.openxmlformats.org/officeDocument/2006/relationships/image" Target="../media/image7.sv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5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pic>
        <p:nvPicPr>
          <p:cNvPr id="2" name="Image 1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EC42AD5F-B6B5-8DD5-EE15-B684945B57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475" y="7036060"/>
            <a:ext cx="342783" cy="35075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58BDD72-13E1-4604-4FCB-EEE5920FF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C6441D7-7489-D337-4AC4-6B48BB130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0F21527-BE75-4B12-2B2C-320F9FE4A8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0092" y="7015702"/>
            <a:ext cx="565019" cy="565019"/>
          </a:xfrm>
          <a:prstGeom prst="rect">
            <a:avLst/>
          </a:prstGeom>
        </p:spPr>
      </p:pic>
      <p:pic>
        <p:nvPicPr>
          <p:cNvPr id="8" name="Grafik 7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5DC0A073-DDE4-2D81-225C-AA65C350E82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0B8DC59-A021-243B-77D7-2B3D0A98464E}"/>
              </a:ext>
            </a:extLst>
          </p:cNvPr>
          <p:cNvSpPr txBox="1"/>
          <p:nvPr userDrawn="1"/>
        </p:nvSpPr>
        <p:spPr>
          <a:xfrm>
            <a:off x="5787896" y="7738421"/>
            <a:ext cx="2949048" cy="369332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346297"/>
                </a:solidFill>
              </a:rPr>
              <a:t>Choose your favorite service!</a:t>
            </a:r>
            <a:endParaRPr lang="en-DE">
              <a:solidFill>
                <a:srgbClr val="346297"/>
              </a:solidFill>
            </a:endParaRP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7FB76F69-B688-7DF6-E76B-4171727289A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>
                <a:solidFill>
                  <a:srgbClr val="346296"/>
                </a:solidFill>
              </a:rPr>
              <a:t>@yourfavoritesocmedhandle</a:t>
            </a:r>
          </a:p>
          <a:p>
            <a:endParaRPr lang="en-GB" b="1">
              <a:solidFill>
                <a:srgbClr val="346296"/>
              </a:solidFill>
            </a:endParaRP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AF9BB9B8-701A-EB3C-E695-50E2B91A30FB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462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que 23">
            <a:extLst>
              <a:ext uri="{FF2B5EF4-FFF2-40B4-BE49-F238E27FC236}">
                <a16:creationId xmlns:a16="http://schemas.microsoft.com/office/drawing/2014/main" id="{672DAEE1-9F10-79C6-99E9-BDFBC3D17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46296"/>
                </a:solidFill>
              </a:rPr>
              <a:t>@</a:t>
            </a:r>
            <a:r>
              <a:rPr lang="en-GB" b="1" dirty="0" err="1">
                <a:solidFill>
                  <a:srgbClr val="346296"/>
                </a:solidFill>
              </a:rPr>
              <a:t>AndrewPlaTech</a:t>
            </a:r>
            <a:endParaRPr lang="en-GB" b="1" dirty="0">
              <a:solidFill>
                <a:srgbClr val="346296"/>
              </a:solidFill>
            </a:endParaRPr>
          </a:p>
          <a:p>
            <a:endParaRPr lang="en-GB" b="1" dirty="0">
              <a:solidFill>
                <a:srgbClr val="346296"/>
              </a:solidFill>
            </a:endParaRPr>
          </a:p>
        </p:txBody>
      </p:sp>
      <p:pic>
        <p:nvPicPr>
          <p:cNvPr id="11" name="Image 10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8F580B04-0A71-F403-17DA-BF3F734827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217" y="7122833"/>
            <a:ext cx="342783" cy="350754"/>
          </a:xfrm>
          <a:prstGeom prst="rect">
            <a:avLst/>
          </a:prstGeom>
        </p:spPr>
      </p:pic>
      <p:pic>
        <p:nvPicPr>
          <p:cNvPr id="4" name="Graphique 7">
            <a:extLst>
              <a:ext uri="{FF2B5EF4-FFF2-40B4-BE49-F238E27FC236}">
                <a16:creationId xmlns:a16="http://schemas.microsoft.com/office/drawing/2014/main" id="{4AFD84EB-825F-DBF4-B9C0-420AB1263E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46DF7CA-8F28-2C27-EBC8-C589FBC981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1201337-FFF7-4755-AEAF-7F9345F4D0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C2720D7-9A93-09EA-D3E2-FDFCD95BAB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60092" y="7015702"/>
            <a:ext cx="565019" cy="565019"/>
          </a:xfrm>
          <a:prstGeom prst="rect">
            <a:avLst/>
          </a:prstGeom>
        </p:spPr>
      </p:pic>
      <p:pic>
        <p:nvPicPr>
          <p:cNvPr id="17" name="Grafik 16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F1EB9056-7487-39DC-8BDE-294705E5241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pic>
        <p:nvPicPr>
          <p:cNvPr id="6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5D91D13-F8E6-A494-85EE-0DDFAA15EC73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sp>
        <p:nvSpPr>
          <p:cNvPr id="9" name="Rectangle 17">
            <a:extLst>
              <a:ext uri="{FF2B5EF4-FFF2-40B4-BE49-F238E27FC236}">
                <a16:creationId xmlns:a16="http://schemas.microsoft.com/office/drawing/2014/main" id="{73CD3264-7B16-365E-3DEE-E7794273974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462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que 23">
            <a:extLst>
              <a:ext uri="{FF2B5EF4-FFF2-40B4-BE49-F238E27FC236}">
                <a16:creationId xmlns:a16="http://schemas.microsoft.com/office/drawing/2014/main" id="{03215578-9755-430C-70D7-267941241E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publicdomainpictures.net/en/view-image.php?image=42351&amp;picture=stepping-in-dog-poop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EA18A-3A66-5913-7AF0-23FFEACF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7">
            <a:extLst>
              <a:ext uri="{FF2B5EF4-FFF2-40B4-BE49-F238E27FC236}">
                <a16:creationId xmlns:a16="http://schemas.microsoft.com/office/drawing/2014/main" id="{F96F05BD-DE57-606B-9031-5A525C6897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212" y="2028538"/>
            <a:ext cx="8666978" cy="3146276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627D4D1-E365-89E0-56F5-889712402ABA}"/>
              </a:ext>
            </a:extLst>
          </p:cNvPr>
          <p:cNvSpPr/>
          <p:nvPr/>
        </p:nvSpPr>
        <p:spPr>
          <a:xfrm>
            <a:off x="1089891" y="1810327"/>
            <a:ext cx="9873673" cy="3620655"/>
          </a:xfrm>
          <a:prstGeom prst="roundRect">
            <a:avLst/>
          </a:prstGeom>
          <a:noFill/>
          <a:ln>
            <a:solidFill>
              <a:srgbClr val="3B2A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CE7975-6816-218D-57D9-BC5E0B2BB482}"/>
              </a:ext>
            </a:extLst>
          </p:cNvPr>
          <p:cNvSpPr txBox="1"/>
          <p:nvPr/>
        </p:nvSpPr>
        <p:spPr>
          <a:xfrm>
            <a:off x="1152926" y="242047"/>
            <a:ext cx="2545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 dirty="0"/>
              <a:t>20 Lessons from The PowerShell Podcast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0250" y="5686829"/>
            <a:ext cx="17255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rPr dirty="0"/>
              <a:t>Andrew Pla</a:t>
            </a:r>
          </a:p>
        </p:txBody>
      </p:sp>
    </p:spTree>
    <p:extLst>
      <p:ext uri="{BB962C8B-B14F-4D97-AF65-F5344CB8AC3E}">
        <p14:creationId xmlns:p14="http://schemas.microsoft.com/office/powerpoint/2010/main" val="3114400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5A22762-ED71-0E10-48DE-CC22224E02D6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927D71-D6E3-95FE-97C5-9FE1009782A6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51E642-33B9-9D0A-E02C-E6543E675F07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DDFC0F-D205-A251-A66F-1F38DA4FCE3A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9719103-B649-D3A3-E46F-9F582C130168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64740" y="960120"/>
            <a:ext cx="167776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rPr lang="en-US" dirty="0"/>
              <a:t>Podcast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657408" y="1623253"/>
            <a:ext cx="3107966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/>
            </a:pPr>
            <a:r>
              <a:rPr lang="en-US" dirty="0"/>
              <a:t>Andrew Pla</a:t>
            </a:r>
            <a:br>
              <a:rPr lang="en-US" dirty="0"/>
            </a:br>
            <a:r>
              <a:rPr dirty="0"/>
              <a:t>PowerShell Podcast host</a:t>
            </a:r>
          </a:p>
          <a:p>
            <a:pPr algn="ctr">
              <a:defRPr sz="2300"/>
            </a:pPr>
            <a:r>
              <a:rPr dirty="0"/>
              <a:t>Microsoft MVP</a:t>
            </a:r>
            <a:br>
              <a:rPr lang="en-US" dirty="0"/>
            </a:br>
            <a:r>
              <a:rPr lang="en-US" dirty="0" err="1"/>
              <a:t>Community@PDQ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Every Monday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05EDFC-E013-04C4-092F-2237474A1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6246"/>
            <a:ext cx="7772400" cy="400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8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426B67A-2E2D-80A5-0BF5-E8FD8E78638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FA08018-404E-69C8-E6B3-BD09B610DB17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4AE8EE-E0BC-EE4E-8760-D4C05F2888F0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90E9925-5FA8-FBB7-C118-1A73E078CEEA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1AAAF6DA-023E-9EA8-A4C0-3861D7CC62B4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Just get started.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rPr dirty="0"/>
              <a:t>You do not need to be ready. You need to begin.</a:t>
            </a:r>
          </a:p>
        </p:txBody>
      </p:sp>
    </p:spTree>
    <p:extLst>
      <p:ext uri="{BB962C8B-B14F-4D97-AF65-F5344CB8AC3E}">
        <p14:creationId xmlns:p14="http://schemas.microsoft.com/office/powerpoint/2010/main" val="258234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D0B029-F099-8180-FAC1-A2C81D2F4AF7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4EFE65-F154-4875-3AF5-DFDEB259DEFD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88D5C8-6697-A958-21D6-05DE28E57D7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60455C-135A-AD44-1CA1-9A4DD90DDC4A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263B1F4-B9D0-DCFA-DCD2-205CD608A3FE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Your heroes are human.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rPr dirty="0"/>
              <a:t>The magic is real. It is also more human than you think.</a:t>
            </a:r>
          </a:p>
        </p:txBody>
      </p:sp>
    </p:spTree>
    <p:extLst>
      <p:ext uri="{BB962C8B-B14F-4D97-AF65-F5344CB8AC3E}">
        <p14:creationId xmlns:p14="http://schemas.microsoft.com/office/powerpoint/2010/main" val="241678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97E27-EAE0-02DC-EC7B-7885B302FD3A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B8E529-B55F-6354-3F0C-124168D08F4D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764E4E-CBB9-06A7-7F9D-89F997F77D26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965FD7-2C0D-036C-36C2-1186FA33FCA4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2975961-367C-4939-47F9-4E3A4C5A0637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4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Showing up changes things.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47917" y="267510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rPr dirty="0"/>
              <a:t>Every Monday since March 23, 2022.</a:t>
            </a:r>
          </a:p>
          <a:p>
            <a:pPr algn="ctr">
              <a:defRPr sz="2600"/>
            </a:pPr>
            <a:r>
              <a:rPr dirty="0"/>
              <a:t>Over four years. Around 220 episodes.</a:t>
            </a:r>
          </a:p>
        </p:txBody>
      </p:sp>
    </p:spTree>
    <p:extLst>
      <p:ext uri="{BB962C8B-B14F-4D97-AF65-F5344CB8AC3E}">
        <p14:creationId xmlns:p14="http://schemas.microsoft.com/office/powerpoint/2010/main" val="309979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272B44-4998-5785-910A-1DDAC948D50D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AC196B-F7DB-4FCE-BB0B-334976486FAC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E5447C-E4CA-ED17-88DB-5B45087C6A43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733167-B884-2D99-977A-391744B86C1E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D2694B5-281A-9A2A-7404-C4414FFAE962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053" name="TextBox 2052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Persistence beats genius.</a:t>
            </a:r>
          </a:p>
        </p:txBody>
      </p:sp>
      <p:sp>
        <p:nvSpPr>
          <p:cNvPr id="2054" name="TextBox 2053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You do not have to be brilliant.</a:t>
            </a:r>
          </a:p>
          <a:p>
            <a:pPr algn="ctr">
              <a:defRPr sz="2600"/>
            </a:pPr>
            <a:r>
              <a:t>You have to keep coming back.</a:t>
            </a:r>
          </a:p>
        </p:txBody>
      </p:sp>
    </p:spTree>
    <p:extLst>
      <p:ext uri="{BB962C8B-B14F-4D97-AF65-F5344CB8AC3E}">
        <p14:creationId xmlns:p14="http://schemas.microsoft.com/office/powerpoint/2010/main" val="394454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92D05C-2503-3A6A-3DE3-B55D7F229DBF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6C0790-57BF-00E5-1B4E-0DE6854F9D27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A618B6-E7DD-4DF4-A91E-F5A3C9834FF9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68478B-CB6A-4790-6C53-B1D2FE93626F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991D4-DBB9-7935-39EB-F801733FD4BA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6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PowerShell is the excuse.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The people are the point.</a:t>
            </a:r>
          </a:p>
        </p:txBody>
      </p:sp>
    </p:spTree>
    <p:extLst>
      <p:ext uri="{BB962C8B-B14F-4D97-AF65-F5344CB8AC3E}">
        <p14:creationId xmlns:p14="http://schemas.microsoft.com/office/powerpoint/2010/main" val="180228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7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A lot of us have weird brains.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Neurodiversity is incredibly common in tech.</a:t>
            </a:r>
          </a:p>
        </p:txBody>
      </p:sp>
    </p:spTree>
    <p:extLst>
      <p:ext uri="{BB962C8B-B14F-4D97-AF65-F5344CB8AC3E}">
        <p14:creationId xmlns:p14="http://schemas.microsoft.com/office/powerpoint/2010/main" val="118180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8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Starting is the hard part.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8240" y="2331721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rPr dirty="0"/>
              <a:t>Momentum makes everything easier.</a:t>
            </a:r>
          </a:p>
        </p:txBody>
      </p:sp>
    </p:spTree>
    <p:extLst>
      <p:ext uri="{BB962C8B-B14F-4D97-AF65-F5344CB8AC3E}">
        <p14:creationId xmlns:p14="http://schemas.microsoft.com/office/powerpoint/2010/main" val="274306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9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Public reps are chaotic.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7532" y="2377440"/>
            <a:ext cx="490647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rPr lang="en-US" dirty="0"/>
              <a:t>Turning mistakes into memories 😅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212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Tech problems become people problems.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rPr dirty="0"/>
              <a:t>The script is rarely the whole solution.</a:t>
            </a:r>
          </a:p>
        </p:txBody>
      </p:sp>
    </p:spTree>
    <p:extLst>
      <p:ext uri="{BB962C8B-B14F-4D97-AF65-F5344CB8AC3E}">
        <p14:creationId xmlns:p14="http://schemas.microsoft.com/office/powerpoint/2010/main" val="210507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11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Safety creates growth.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People need room to be wrong, ask questions, and try things.</a:t>
            </a:r>
          </a:p>
        </p:txBody>
      </p:sp>
    </p:spTree>
    <p:extLst>
      <p:ext uri="{BB962C8B-B14F-4D97-AF65-F5344CB8AC3E}">
        <p14:creationId xmlns:p14="http://schemas.microsoft.com/office/powerpoint/2010/main" val="273094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12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Kindness is incredibly powerful.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/>
            </a:pPr>
            <a:r>
              <a:rPr dirty="0"/>
              <a:t>It is free.</a:t>
            </a:r>
          </a:p>
          <a:p>
            <a:pPr algn="ctr">
              <a:defRPr sz="2300"/>
            </a:pPr>
            <a:r>
              <a:rPr dirty="0"/>
              <a:t>Anyone can do it.</a:t>
            </a:r>
          </a:p>
          <a:p>
            <a:pPr algn="ctr">
              <a:defRPr sz="2300"/>
            </a:pPr>
            <a:r>
              <a:rPr dirty="0"/>
              <a:t>It helps people start.</a:t>
            </a:r>
          </a:p>
          <a:p>
            <a:pPr algn="ctr">
              <a:defRPr sz="2300"/>
            </a:pPr>
            <a:r>
              <a:rPr dirty="0"/>
              <a:t>It scales.</a:t>
            </a:r>
          </a:p>
        </p:txBody>
      </p:sp>
    </p:spTree>
    <p:extLst>
      <p:ext uri="{BB962C8B-B14F-4D97-AF65-F5344CB8AC3E}">
        <p14:creationId xmlns:p14="http://schemas.microsoft.com/office/powerpoint/2010/main" val="392191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13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Create for your past 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Make the thing that would have helped you.</a:t>
            </a:r>
          </a:p>
        </p:txBody>
      </p:sp>
    </p:spTree>
    <p:extLst>
      <p:ext uri="{BB962C8B-B14F-4D97-AF65-F5344CB8AC3E}">
        <p14:creationId xmlns:p14="http://schemas.microsoft.com/office/powerpoint/2010/main" val="134915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14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Your experience is enough to start.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You do not need to be the expert of all experts.</a:t>
            </a:r>
          </a:p>
        </p:txBody>
      </p:sp>
    </p:spTree>
    <p:extLst>
      <p:ext uri="{BB962C8B-B14F-4D97-AF65-F5344CB8AC3E}">
        <p14:creationId xmlns:p14="http://schemas.microsoft.com/office/powerpoint/2010/main" val="20717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15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Encouragement changes trajectories.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Be that encouragement for someone else.</a:t>
            </a:r>
          </a:p>
          <a:p>
            <a:pPr algn="ctr">
              <a:defRPr sz="2600"/>
            </a:pPr>
            <a:r>
              <a:t>Be that encouragement for yourself.</a:t>
            </a:r>
          </a:p>
        </p:txBody>
      </p:sp>
    </p:spTree>
    <p:extLst>
      <p:ext uri="{BB962C8B-B14F-4D97-AF65-F5344CB8AC3E}">
        <p14:creationId xmlns:p14="http://schemas.microsoft.com/office/powerpoint/2010/main" val="13542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16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Your question might be a gift.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77440"/>
            <a:ext cx="98755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You may be helping everyone else who was afraid to ask.</a:t>
            </a:r>
          </a:p>
        </p:txBody>
      </p:sp>
    </p:spTree>
    <p:extLst>
      <p:ext uri="{BB962C8B-B14F-4D97-AF65-F5344CB8AC3E}">
        <p14:creationId xmlns:p14="http://schemas.microsoft.com/office/powerpoint/2010/main" val="34720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17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Imposter syndrome hates receipts.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303" y="2382559"/>
            <a:ext cx="30734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rPr dirty="0"/>
              <a:t>Look at the evidence.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11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E553C-5099-1E36-E814-A1C365EC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33877B-07EB-CCB8-88F2-471689CA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D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18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8229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 dirty="0"/>
              <a:t>[PLACEHOLDER SLIDE]</a:t>
            </a:r>
          </a:p>
        </p:txBody>
      </p:sp>
      <p:sp>
        <p:nvSpPr>
          <p:cNvPr id="17" name="TextBox 16"/>
          <p:cNvSpPr txBox="1"/>
          <p:nvPr/>
        </p:nvSpPr>
        <p:spPr>
          <a:xfrm rot="21240000">
            <a:off x="1097280" y="20116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TODO:</a:t>
            </a:r>
          </a:p>
        </p:txBody>
      </p:sp>
      <p:sp>
        <p:nvSpPr>
          <p:cNvPr id="19" name="TextBox 18"/>
          <p:cNvSpPr txBox="1"/>
          <p:nvPr/>
        </p:nvSpPr>
        <p:spPr>
          <a:xfrm rot="21240000">
            <a:off x="2240279" y="222978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/>
            </a:pPr>
            <a:r>
              <a:rPr dirty="0"/>
              <a:t>- add funny story</a:t>
            </a:r>
          </a:p>
        </p:txBody>
      </p:sp>
      <p:sp>
        <p:nvSpPr>
          <p:cNvPr id="20" name="TextBox 19"/>
          <p:cNvSpPr txBox="1"/>
          <p:nvPr/>
        </p:nvSpPr>
        <p:spPr>
          <a:xfrm rot="240000">
            <a:off x="2232829" y="3476307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/>
            </a:pPr>
            <a:r>
              <a:rPr dirty="0"/>
              <a:t>- make this look professional</a:t>
            </a:r>
          </a:p>
        </p:txBody>
      </p:sp>
      <p:sp>
        <p:nvSpPr>
          <p:cNvPr id="22" name="TextBox 21"/>
          <p:cNvSpPr txBox="1"/>
          <p:nvPr/>
        </p:nvSpPr>
        <p:spPr>
          <a:xfrm rot="720000">
            <a:off x="7955279" y="4846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oh no.</a:t>
            </a:r>
          </a:p>
        </p:txBody>
      </p:sp>
    </p:spTree>
    <p:extLst>
      <p:ext uri="{BB962C8B-B14F-4D97-AF65-F5344CB8AC3E}">
        <p14:creationId xmlns:p14="http://schemas.microsoft.com/office/powerpoint/2010/main" val="221842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823899-BCB4-E732-29FD-EB66BD704F51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1C42-4029-CCD3-49B4-49B5954A1B8F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865AC7-ADA5-06F0-D269-799ED110811B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2E3449-A8FD-544B-4F2B-8E18FA533A9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4C7723-B89C-21EE-0622-A1CF61FFBA7D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19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26107" y="960120"/>
            <a:ext cx="43550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 lang="en-US" dirty="0" err="1"/>
              <a:t>Sh</a:t>
            </a:r>
            <a:r>
              <a:rPr lang="en-US" dirty="0"/>
              <a:t>*t happens, it’s all good</a:t>
            </a:r>
            <a:endParaRPr dirty="0"/>
          </a:p>
        </p:txBody>
      </p:sp>
      <p:pic>
        <p:nvPicPr>
          <p:cNvPr id="18" name="Picture 17" descr="Stepping In Dog Poop Free Stock Photo - Public Domain Pictures">
            <a:extLst>
              <a:ext uri="{FF2B5EF4-FFF2-40B4-BE49-F238E27FC236}">
                <a16:creationId xmlns:a16="http://schemas.microsoft.com/office/drawing/2014/main" id="{27E7BA34-606E-A51B-A3CE-C7F18481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814681" y="1695117"/>
            <a:ext cx="3475874" cy="449466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96FCC6F-A38B-97B0-7EA1-D397CFA8F4E7}"/>
              </a:ext>
            </a:extLst>
          </p:cNvPr>
          <p:cNvSpPr txBox="1"/>
          <p:nvPr/>
        </p:nvSpPr>
        <p:spPr>
          <a:xfrm>
            <a:off x="2377438" y="3798277"/>
            <a:ext cx="15193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💩</a:t>
            </a:r>
          </a:p>
        </p:txBody>
      </p:sp>
    </p:spTree>
    <p:extLst>
      <p:ext uri="{BB962C8B-B14F-4D97-AF65-F5344CB8AC3E}">
        <p14:creationId xmlns:p14="http://schemas.microsoft.com/office/powerpoint/2010/main" val="392898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09A9BB-BFD1-E35F-17B5-4781BF3E329E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24687B-05D6-BC4A-2BE3-85D3F1D86069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635DCE-78DB-A79B-7FDC-4FC25A5F9CD7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147227-4295-537D-8F4B-9188F317B122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A16A3F6-0EA4-AD2B-A547-2FB5B80292AB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960120"/>
            <a:ext cx="10835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Just take your next step, whatever that 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4517" y="2531200"/>
            <a:ext cx="3222998" cy="11541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/>
            </a:pPr>
            <a:r>
              <a:rPr lang="en-US" dirty="0"/>
              <a:t>I love this community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 have podcast stickers 👀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325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Office PowerPoint</Application>
  <PresentationFormat>Breitbild</PresentationFormat>
  <Paragraphs>92</Paragraphs>
  <Slides>21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21</vt:i4>
      </vt:variant>
    </vt:vector>
  </HeadingPairs>
  <TitlesOfParts>
    <vt:vector size="29" baseType="lpstr">
      <vt:lpstr>Arial</vt:lpstr>
      <vt:lpstr>Calibri</vt:lpstr>
      <vt:lpstr>Segoe UI Light</vt:lpstr>
      <vt:lpstr>Stencil</vt:lpstr>
      <vt:lpstr>Wingdings</vt:lpstr>
      <vt:lpstr>Blank</vt:lpstr>
      <vt:lpstr>Speaker's slide</vt:lpstr>
      <vt:lpstr>Content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2026-07-06T14:58:21Z</dcterms:created>
  <dcterms:modified xsi:type="dcterms:W3CDTF">2026-07-06T14:58:28Z</dcterms:modified>
</cp:coreProperties>
</file>